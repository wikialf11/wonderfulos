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sz="4400" b="0" u="none" strike="noStrike"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200" b="0" u="none" strike="noStrike"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800" b="0" u="none" strike="noStrike"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400" b="0" u="none" strike="noStrike"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000" b="0" u="none" strike="noStrike"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fld id="{2C83537B-293C-489D-97A2-42497871C141}" type="datetime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9C49B303-0486-42E6-A950-938FA1475B8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sz="4400" b="0" u="none" strike="noStrike"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200" b="0" u="none" strike="noStrike"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800" b="0" u="none" strike="noStrike"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400" b="0" u="none" strike="noStrike"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000" b="0" u="none" strike="noStrike"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fld id="{68390257-92DA-4958-9224-AAF2D9B85ECC}" type="datetime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5CA9AF48-2AF2-4A9F-95DB-673017CD9E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>
      <a:lvl1pPr>
        <a:defRPr lang="en-US" sz="4400" b="0" u="none" strike="noStrike">
          <a:solidFill>
            <a:srgbClr val="000000"/>
          </a:solidFill>
          <a:uFillTx/>
          <a:latin typeface="Calibri"/>
        </a:defRPr>
      </a:lvl1pPr>
    </p:titleStyle>
    <p:bodyStyle>
      <a:lvl1pPr>
        <a:defRPr lang="en-US" sz="3200" b="0" u="none" strike="noStrike">
          <a:solidFill>
            <a:srgbClr val="000000"/>
          </a:solidFill>
          <a:uFillTx/>
          <a:latin typeface="Calibri"/>
        </a:defRPr>
      </a:lvl1pPr>
      <a:lvl2pPr>
        <a:defRPr lang="en-US" sz="2800" b="0" u="none" strike="noStrike">
          <a:solidFill>
            <a:srgbClr val="000000"/>
          </a:solidFill>
          <a:uFillTx/>
          <a:latin typeface="Calibri"/>
        </a:defRPr>
      </a:lvl2pPr>
      <a:lvl3pPr>
        <a:defRPr lang="en-US" sz="2400" b="0" u="none" strike="noStrike">
          <a:solidFill>
            <a:srgbClr val="000000"/>
          </a:solidFill>
          <a:uFillTx/>
          <a:latin typeface="Calibri"/>
        </a:defRPr>
      </a:lvl3pPr>
      <a:lvl4pPr>
        <a:defRPr lang="en-US" sz="2000" b="0" u="none" strike="noStrike">
          <a:solidFill>
            <a:srgbClr val="000000"/>
          </a:solidFill>
          <a:uFillTx/>
          <a:latin typeface="Calibri"/>
        </a:defRPr>
      </a:lvl4pPr>
      <a:lvl5pPr>
        <a:defRPr lang="en-US" sz="2000" b="0" u="none" strike="noStrike">
          <a:solidFill>
            <a:srgbClr val="000000"/>
          </a:solidFill>
          <a:uFillTx/>
          <a:latin typeface="Calibri"/>
        </a:defRPr>
      </a:lvl5pPr>
      <a:lvl6pPr>
        <a:defRPr lang="en-US" sz="2000" b="0" u="none" strike="noStrike">
          <a:solidFill>
            <a:srgbClr val="000000"/>
          </a:solidFill>
          <a:uFillTx/>
          <a:latin typeface="Calibri"/>
        </a:defRPr>
      </a:lvl6pPr>
      <a:lvl7pPr>
        <a:defRPr lang="en-US" sz="2000" b="0" u="none" strike="noStrike">
          <a:solidFill>
            <a:srgbClr val="000000"/>
          </a:solidFill>
          <a:uFillTx/>
          <a:latin typeface="Calibri"/>
        </a:defRPr>
      </a:lvl7pPr>
      <a:lvl8pPr>
        <a:defRPr lang="en-US" sz="2000" b="0" u="none" strike="noStrike">
          <a:solidFill>
            <a:srgbClr val="000000"/>
          </a:solidFill>
          <a:uFillTx/>
          <a:latin typeface="Calibri"/>
        </a:defRPr>
      </a:lvl8pPr>
      <a:lvl9pPr>
        <a:defRPr lang="en-US" sz="2000" b="0" u="none" strike="noStrike">
          <a:solidFill>
            <a:srgbClr val="000000"/>
          </a:solidFill>
          <a:uFillTx/>
          <a:latin typeface="Calibri"/>
        </a:defRPr>
      </a:lvl9pPr>
    </p:bodyStyle>
  </p:txStyles>
  <p:extLst>
    <p:ext uri="urn:com:collaboraoffice:names:experimental:ooxml:xmlns:coext:1.0">
      <coext:pageGuid xmlns:coext="urn:com:collaboraoffice:names:experimental:ooxml:xmlns:coext:1.0" val="{33E5772A-4F77-4E76-8650-AE28EE63A62F}"/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extLst>
    <p:ext uri="urn:com:collaboraoffice:names:experimental:ooxml:xmlns:coext:1.0">
      <coext:pageGuid xmlns:coext="urn:com:collaboraoffice:names:experimental:ooxml:xmlns:coext:1.0" val="{AC87C24C-4A68-4868-97A3-B109230E6644}"/>
    </p:ext>
  </p:extLs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Collabora_Office/26.04.5.1$Linux_AARCH64 LibreOffice_project/6040$Build-1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